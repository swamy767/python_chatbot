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8" autoAdjust="0"/>
    <p:restoredTop sz="94660"/>
  </p:normalViewPr>
  <p:slideViewPr>
    <p:cSldViewPr snapToGrid="0">
      <p:cViewPr varScale="1">
        <p:scale>
          <a:sx n="63" d="100"/>
          <a:sy n="63" d="100"/>
        </p:scale>
        <p:origin x="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rasimhaswamyn767@gmail.com" userId="3dc41e9310df0161" providerId="LiveId" clId="{3E0D5573-079E-4DE8-88CE-5CCE22269B5C}"/>
    <pc:docChg chg="undo custSel addSld delSld modSld">
      <pc:chgData name="narasimhaswamyn767@gmail.com" userId="3dc41e9310df0161" providerId="LiveId" clId="{3E0D5573-079E-4DE8-88CE-5CCE22269B5C}" dt="2025-10-08T12:42:07.693" v="6" actId="1036"/>
      <pc:docMkLst>
        <pc:docMk/>
      </pc:docMkLst>
      <pc:sldChg chg="modSp">
        <pc:chgData name="narasimhaswamyn767@gmail.com" userId="3dc41e9310df0161" providerId="LiveId" clId="{3E0D5573-079E-4DE8-88CE-5CCE22269B5C}" dt="2025-09-28T18:46:05.904" v="5"/>
        <pc:sldMkLst>
          <pc:docMk/>
          <pc:sldMk cId="1029851954" sldId="256"/>
        </pc:sldMkLst>
        <pc:spChg chg="mod">
          <ac:chgData name="narasimhaswamyn767@gmail.com" userId="3dc41e9310df0161" providerId="LiveId" clId="{3E0D5573-079E-4DE8-88CE-5CCE22269B5C}" dt="2025-09-28T18:46:05.904" v="5"/>
          <ac:spMkLst>
            <pc:docMk/>
            <pc:sldMk cId="1029851954" sldId="256"/>
            <ac:spMk id="2" creationId="{BE918324-0225-E75B-7D0E-2BCA62B18C42}"/>
          </ac:spMkLst>
        </pc:spChg>
        <pc:spChg chg="mod">
          <ac:chgData name="narasimhaswamyn767@gmail.com" userId="3dc41e9310df0161" providerId="LiveId" clId="{3E0D5573-079E-4DE8-88CE-5CCE22269B5C}" dt="2025-09-28T18:46:05.904" v="5"/>
          <ac:spMkLst>
            <pc:docMk/>
            <pc:sldMk cId="1029851954" sldId="256"/>
            <ac:spMk id="3" creationId="{DB1CDC0A-2C1B-6A7B-DA53-87FBF3C45512}"/>
          </ac:spMkLst>
        </pc:spChg>
      </pc:sldChg>
      <pc:sldChg chg="modSp">
        <pc:chgData name="narasimhaswamyn767@gmail.com" userId="3dc41e9310df0161" providerId="LiveId" clId="{3E0D5573-079E-4DE8-88CE-5CCE22269B5C}" dt="2025-09-28T18:46:05.904" v="5"/>
        <pc:sldMkLst>
          <pc:docMk/>
          <pc:sldMk cId="2948781994" sldId="258"/>
        </pc:sldMkLst>
        <pc:spChg chg="mod">
          <ac:chgData name="narasimhaswamyn767@gmail.com" userId="3dc41e9310df0161" providerId="LiveId" clId="{3E0D5573-079E-4DE8-88CE-5CCE22269B5C}" dt="2025-09-28T18:46:05.904" v="5"/>
          <ac:spMkLst>
            <pc:docMk/>
            <pc:sldMk cId="2948781994" sldId="258"/>
            <ac:spMk id="2" creationId="{91B2ABA0-C9F8-2A0F-EB58-ED9B154FC178}"/>
          </ac:spMkLst>
        </pc:spChg>
      </pc:sldChg>
      <pc:sldChg chg="modSp mod">
        <pc:chgData name="narasimhaswamyn767@gmail.com" userId="3dc41e9310df0161" providerId="LiveId" clId="{3E0D5573-079E-4DE8-88CE-5CCE22269B5C}" dt="2025-09-28T18:46:05.904" v="5"/>
        <pc:sldMkLst>
          <pc:docMk/>
          <pc:sldMk cId="1852899721" sldId="259"/>
        </pc:sldMkLst>
        <pc:spChg chg="mod">
          <ac:chgData name="narasimhaswamyn767@gmail.com" userId="3dc41e9310df0161" providerId="LiveId" clId="{3E0D5573-079E-4DE8-88CE-5CCE22269B5C}" dt="2025-09-28T18:46:05.904" v="5"/>
          <ac:spMkLst>
            <pc:docMk/>
            <pc:sldMk cId="1852899721" sldId="259"/>
            <ac:spMk id="2" creationId="{AAAADAC6-67B4-45E9-1FAF-5EC2ED800856}"/>
          </ac:spMkLst>
        </pc:spChg>
        <pc:spChg chg="mod">
          <ac:chgData name="narasimhaswamyn767@gmail.com" userId="3dc41e9310df0161" providerId="LiveId" clId="{3E0D5573-079E-4DE8-88CE-5CCE22269B5C}" dt="2025-09-28T18:46:05.904" v="5"/>
          <ac:spMkLst>
            <pc:docMk/>
            <pc:sldMk cId="1852899721" sldId="259"/>
            <ac:spMk id="3" creationId="{A0B927AA-7AD6-D28D-EB95-BCEC9B246C1C}"/>
          </ac:spMkLst>
        </pc:spChg>
      </pc:sldChg>
      <pc:sldChg chg="modSp">
        <pc:chgData name="narasimhaswamyn767@gmail.com" userId="3dc41e9310df0161" providerId="LiveId" clId="{3E0D5573-079E-4DE8-88CE-5CCE22269B5C}" dt="2025-09-28T18:46:05.904" v="5"/>
        <pc:sldMkLst>
          <pc:docMk/>
          <pc:sldMk cId="610341574" sldId="260"/>
        </pc:sldMkLst>
        <pc:spChg chg="mod">
          <ac:chgData name="narasimhaswamyn767@gmail.com" userId="3dc41e9310df0161" providerId="LiveId" clId="{3E0D5573-079E-4DE8-88CE-5CCE22269B5C}" dt="2025-09-28T18:46:05.904" v="5"/>
          <ac:spMkLst>
            <pc:docMk/>
            <pc:sldMk cId="610341574" sldId="260"/>
            <ac:spMk id="2" creationId="{0D9F021F-1CB8-98C4-3195-F56AA617BF52}"/>
          </ac:spMkLst>
        </pc:spChg>
      </pc:sldChg>
      <pc:sldChg chg="modSp">
        <pc:chgData name="narasimhaswamyn767@gmail.com" userId="3dc41e9310df0161" providerId="LiveId" clId="{3E0D5573-079E-4DE8-88CE-5CCE22269B5C}" dt="2025-09-28T18:46:05.904" v="5"/>
        <pc:sldMkLst>
          <pc:docMk/>
          <pc:sldMk cId="728320740" sldId="261"/>
        </pc:sldMkLst>
        <pc:spChg chg="mod">
          <ac:chgData name="narasimhaswamyn767@gmail.com" userId="3dc41e9310df0161" providerId="LiveId" clId="{3E0D5573-079E-4DE8-88CE-5CCE22269B5C}" dt="2025-09-28T18:46:05.904" v="5"/>
          <ac:spMkLst>
            <pc:docMk/>
            <pc:sldMk cId="728320740" sldId="261"/>
            <ac:spMk id="2" creationId="{0870361B-F91B-D7B4-EC97-F428F87B06E1}"/>
          </ac:spMkLst>
        </pc:spChg>
      </pc:sldChg>
      <pc:sldChg chg="modSp mod">
        <pc:chgData name="narasimhaswamyn767@gmail.com" userId="3dc41e9310df0161" providerId="LiveId" clId="{3E0D5573-079E-4DE8-88CE-5CCE22269B5C}" dt="2025-10-08T12:42:07.693" v="6" actId="1036"/>
        <pc:sldMkLst>
          <pc:docMk/>
          <pc:sldMk cId="1491997493" sldId="262"/>
        </pc:sldMkLst>
        <pc:spChg chg="mod">
          <ac:chgData name="narasimhaswamyn767@gmail.com" userId="3dc41e9310df0161" providerId="LiveId" clId="{3E0D5573-079E-4DE8-88CE-5CCE22269B5C}" dt="2025-09-28T18:46:05.904" v="5"/>
          <ac:spMkLst>
            <pc:docMk/>
            <pc:sldMk cId="1491997493" sldId="262"/>
            <ac:spMk id="2" creationId="{75DE9118-DFB4-9D43-6F67-F7727EB572C9}"/>
          </ac:spMkLst>
        </pc:spChg>
        <pc:picChg chg="mod">
          <ac:chgData name="narasimhaswamyn767@gmail.com" userId="3dc41e9310df0161" providerId="LiveId" clId="{3E0D5573-079E-4DE8-88CE-5CCE22269B5C}" dt="2025-10-08T12:42:07.693" v="6" actId="1036"/>
          <ac:picMkLst>
            <pc:docMk/>
            <pc:sldMk cId="1491997493" sldId="262"/>
            <ac:picMk id="4" creationId="{27070597-9FB4-D990-6993-4613DA744996}"/>
          </ac:picMkLst>
        </pc:picChg>
      </pc:sldChg>
      <pc:sldChg chg="modSp">
        <pc:chgData name="narasimhaswamyn767@gmail.com" userId="3dc41e9310df0161" providerId="LiveId" clId="{3E0D5573-079E-4DE8-88CE-5CCE22269B5C}" dt="2025-09-28T18:46:05.904" v="5"/>
        <pc:sldMkLst>
          <pc:docMk/>
          <pc:sldMk cId="1352623366" sldId="263"/>
        </pc:sldMkLst>
        <pc:spChg chg="mod">
          <ac:chgData name="narasimhaswamyn767@gmail.com" userId="3dc41e9310df0161" providerId="LiveId" clId="{3E0D5573-079E-4DE8-88CE-5CCE22269B5C}" dt="2025-09-28T18:46:05.904" v="5"/>
          <ac:spMkLst>
            <pc:docMk/>
            <pc:sldMk cId="1352623366" sldId="263"/>
            <ac:spMk id="2" creationId="{BC7F80DA-AD08-5B70-2963-AC3EC174B6AB}"/>
          </ac:spMkLst>
        </pc:spChg>
      </pc:sldChg>
      <pc:sldChg chg="modSp">
        <pc:chgData name="narasimhaswamyn767@gmail.com" userId="3dc41e9310df0161" providerId="LiveId" clId="{3E0D5573-079E-4DE8-88CE-5CCE22269B5C}" dt="2025-09-28T18:46:05.904" v="5"/>
        <pc:sldMkLst>
          <pc:docMk/>
          <pc:sldMk cId="2997458938" sldId="264"/>
        </pc:sldMkLst>
        <pc:spChg chg="mod">
          <ac:chgData name="narasimhaswamyn767@gmail.com" userId="3dc41e9310df0161" providerId="LiveId" clId="{3E0D5573-079E-4DE8-88CE-5CCE22269B5C}" dt="2025-09-28T18:46:05.904" v="5"/>
          <ac:spMkLst>
            <pc:docMk/>
            <pc:sldMk cId="2997458938" sldId="264"/>
            <ac:spMk id="2" creationId="{40335418-7A8E-D1DD-0940-C1845E2F7705}"/>
          </ac:spMkLst>
        </pc:spChg>
      </pc:sldChg>
      <pc:sldChg chg="modSp">
        <pc:chgData name="narasimhaswamyn767@gmail.com" userId="3dc41e9310df0161" providerId="LiveId" clId="{3E0D5573-079E-4DE8-88CE-5CCE22269B5C}" dt="2025-09-28T18:46:05.904" v="5"/>
        <pc:sldMkLst>
          <pc:docMk/>
          <pc:sldMk cId="2651055723" sldId="265"/>
        </pc:sldMkLst>
        <pc:spChg chg="mod">
          <ac:chgData name="narasimhaswamyn767@gmail.com" userId="3dc41e9310df0161" providerId="LiveId" clId="{3E0D5573-079E-4DE8-88CE-5CCE22269B5C}" dt="2025-09-28T18:46:05.904" v="5"/>
          <ac:spMkLst>
            <pc:docMk/>
            <pc:sldMk cId="2651055723" sldId="265"/>
            <ac:spMk id="2" creationId="{DF10B8D5-E5B5-E45E-56CA-8362526B3A87}"/>
          </ac:spMkLst>
        </pc:spChg>
        <pc:spChg chg="mod">
          <ac:chgData name="narasimhaswamyn767@gmail.com" userId="3dc41e9310df0161" providerId="LiveId" clId="{3E0D5573-079E-4DE8-88CE-5CCE22269B5C}" dt="2025-09-28T18:46:05.904" v="5"/>
          <ac:spMkLst>
            <pc:docMk/>
            <pc:sldMk cId="2651055723" sldId="265"/>
            <ac:spMk id="3" creationId="{2B31820B-E756-C492-9AC2-94B193DE0520}"/>
          </ac:spMkLst>
        </pc:spChg>
      </pc:sldChg>
      <pc:sldChg chg="modSp">
        <pc:chgData name="narasimhaswamyn767@gmail.com" userId="3dc41e9310df0161" providerId="LiveId" clId="{3E0D5573-079E-4DE8-88CE-5CCE22269B5C}" dt="2025-09-28T18:46:05.904" v="5"/>
        <pc:sldMkLst>
          <pc:docMk/>
          <pc:sldMk cId="3112788152" sldId="266"/>
        </pc:sldMkLst>
        <pc:spChg chg="mod">
          <ac:chgData name="narasimhaswamyn767@gmail.com" userId="3dc41e9310df0161" providerId="LiveId" clId="{3E0D5573-079E-4DE8-88CE-5CCE22269B5C}" dt="2025-09-28T18:46:05.904" v="5"/>
          <ac:spMkLst>
            <pc:docMk/>
            <pc:sldMk cId="3112788152" sldId="266"/>
            <ac:spMk id="2" creationId="{6E1BDDB9-AB6D-6FB2-DDEF-2C30F32D3E4C}"/>
          </ac:spMkLst>
        </pc:spChg>
      </pc:sldChg>
      <pc:sldChg chg="new del">
        <pc:chgData name="narasimhaswamyn767@gmail.com" userId="3dc41e9310df0161" providerId="LiveId" clId="{3E0D5573-079E-4DE8-88CE-5CCE22269B5C}" dt="2025-09-28T18:44:57.102" v="1" actId="680"/>
        <pc:sldMkLst>
          <pc:docMk/>
          <pc:sldMk cId="737194366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91EAD6-F167-4754-B06C-18A8902FD54A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ECC624-A936-4BB4-A2C2-2DE0F17D9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69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375F3F69-CFFE-47F7-81DD-CAD0C135BBAF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422FCB0-F8E8-4C4A-9A56-B8A81F6938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951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3F69-CFFE-47F7-81DD-CAD0C135BBAF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FCB0-F8E8-4C4A-9A56-B8A81F6938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568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3F69-CFFE-47F7-81DD-CAD0C135BBAF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FCB0-F8E8-4C4A-9A56-B8A81F6938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5020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3F69-CFFE-47F7-81DD-CAD0C135BBAF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FCB0-F8E8-4C4A-9A56-B8A81F6938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9489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3F69-CFFE-47F7-81DD-CAD0C135BBAF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FCB0-F8E8-4C4A-9A56-B8A81F6938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156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3F69-CFFE-47F7-81DD-CAD0C135BBAF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FCB0-F8E8-4C4A-9A56-B8A81F6938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45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3F69-CFFE-47F7-81DD-CAD0C135BBAF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FCB0-F8E8-4C4A-9A56-B8A81F6938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005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3F69-CFFE-47F7-81DD-CAD0C135BBAF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FCB0-F8E8-4C4A-9A56-B8A81F6938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262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3F69-CFFE-47F7-81DD-CAD0C135BBAF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FCB0-F8E8-4C4A-9A56-B8A81F6938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346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3F69-CFFE-47F7-81DD-CAD0C135BBAF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FCB0-F8E8-4C4A-9A56-B8A81F6938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476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3F69-CFFE-47F7-81DD-CAD0C135BBAF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FCB0-F8E8-4C4A-9A56-B8A81F6938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758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3F69-CFFE-47F7-81DD-CAD0C135BBAF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FCB0-F8E8-4C4A-9A56-B8A81F6938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792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3F69-CFFE-47F7-81DD-CAD0C135BBAF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FCB0-F8E8-4C4A-9A56-B8A81F6938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6127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3F69-CFFE-47F7-81DD-CAD0C135BBAF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FCB0-F8E8-4C4A-9A56-B8A81F6938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909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F3F69-CFFE-47F7-81DD-CAD0C135BBAF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FCB0-F8E8-4C4A-9A56-B8A81F6938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99413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375F3F69-CFFE-47F7-81DD-CAD0C135BBAF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FCB0-F8E8-4C4A-9A56-B8A81F6938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3332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375F3F69-CFFE-47F7-81DD-CAD0C135BBAF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2FCB0-F8E8-4C4A-9A56-B8A81F6938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417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375F3F69-CFFE-47F7-81DD-CAD0C135BBAF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422FCB0-F8E8-4C4A-9A56-B8A81F6938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18324-0225-E75B-7D0E-2BCA62B18C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⚡ Electric Vehicles (EVs): Driving the Future 🚗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1CDC0A-2C1B-6A7B-DA53-87FBF3C455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Clean, Smart, and Sustainable Transportation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9851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2ABA0-C9F8-2A0F-EB58-ED9B154FC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Electric vehicles? 🔋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916FD-CF05-061A-3BA2-FDB424604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074" y="1917700"/>
            <a:ext cx="11768566" cy="4757420"/>
          </a:xfrm>
        </p:spPr>
        <p:txBody>
          <a:bodyPr/>
          <a:lstStyle/>
          <a:p>
            <a:pPr algn="just">
              <a:lnSpc>
                <a:spcPct val="300000"/>
              </a:lnSpc>
            </a:pPr>
            <a:r>
              <a:rPr lang="en-US" b="1" dirty="0"/>
              <a:t>EVs are vehicles powered by electric motors</a:t>
            </a:r>
          </a:p>
          <a:p>
            <a:pPr marL="0" indent="0" algn="just">
              <a:lnSpc>
                <a:spcPct val="300000"/>
              </a:lnSpc>
              <a:buNone/>
            </a:pPr>
            <a:r>
              <a:rPr lang="en-US" b="1" dirty="0"/>
              <a:t> instead of fuel </a:t>
            </a:r>
            <a:r>
              <a:rPr lang="en-US" b="1" dirty="0" err="1"/>
              <a:t>engines.They</a:t>
            </a:r>
            <a:r>
              <a:rPr lang="en-US" b="1" dirty="0"/>
              <a:t> run on batteries</a:t>
            </a:r>
          </a:p>
          <a:p>
            <a:pPr marL="0" indent="0" algn="just">
              <a:lnSpc>
                <a:spcPct val="300000"/>
              </a:lnSpc>
              <a:buNone/>
            </a:pPr>
            <a:r>
              <a:rPr lang="en-US" b="1" dirty="0"/>
              <a:t> charged using electricity.</a:t>
            </a:r>
          </a:p>
          <a:p>
            <a:pPr algn="just">
              <a:lnSpc>
                <a:spcPct val="300000"/>
              </a:lnSpc>
            </a:pPr>
            <a:r>
              <a:rPr lang="en-US" b="1" dirty="0"/>
              <a:t>Types: BEV, PHEV, HEV</a:t>
            </a:r>
            <a:endParaRPr lang="en-IN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8C6CC9-9E67-8D9F-B060-9322C8508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0050" y="2275205"/>
            <a:ext cx="28575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781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ADAC6-67B4-45E9-1FAF-5EC2ED800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EVs Work ⚙?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927AA-7AD6-D28D-EB95-BCEC9B246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603500"/>
            <a:ext cx="12192000" cy="4102100"/>
          </a:xfrm>
        </p:spPr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en-US" b="1" dirty="0"/>
              <a:t>.1.</a:t>
            </a:r>
            <a:r>
              <a:rPr lang="en-US" b="1" dirty="0">
                <a:solidFill>
                  <a:srgbClr val="00B050"/>
                </a:solidFill>
              </a:rPr>
              <a:t>Battery</a:t>
            </a:r>
            <a:r>
              <a:rPr lang="en-US" b="1" dirty="0"/>
              <a:t> stores </a:t>
            </a:r>
            <a:r>
              <a:rPr lang="en-US" b="1" dirty="0">
                <a:solidFill>
                  <a:schemeClr val="tx1"/>
                </a:solidFill>
              </a:rPr>
              <a:t>electricity</a:t>
            </a:r>
            <a:r>
              <a:rPr lang="en-US" i="1" dirty="0"/>
              <a:t> </a:t>
            </a:r>
            <a:r>
              <a:rPr lang="en-US" b="1" dirty="0"/>
              <a:t>to power the car 🔋</a:t>
            </a:r>
          </a:p>
          <a:p>
            <a:pPr>
              <a:lnSpc>
                <a:spcPct val="250000"/>
              </a:lnSpc>
            </a:pPr>
            <a:r>
              <a:rPr lang="en-US" b="1" dirty="0"/>
              <a:t>.2</a:t>
            </a:r>
            <a:r>
              <a:rPr lang="en-US" b="1" dirty="0">
                <a:solidFill>
                  <a:srgbClr val="00B050"/>
                </a:solidFill>
              </a:rPr>
              <a:t>. Electric motor </a:t>
            </a:r>
            <a:r>
              <a:rPr lang="en-US" b="1" dirty="0"/>
              <a:t>uses the battery power to move the wheels ⚡</a:t>
            </a:r>
          </a:p>
          <a:p>
            <a:pPr>
              <a:lnSpc>
                <a:spcPct val="250000"/>
              </a:lnSpc>
            </a:pPr>
            <a:r>
              <a:rPr lang="en-US" b="1" dirty="0"/>
              <a:t>.3. </a:t>
            </a:r>
            <a:r>
              <a:rPr lang="en-US" b="1" dirty="0">
                <a:solidFill>
                  <a:srgbClr val="00B050"/>
                </a:solidFill>
              </a:rPr>
              <a:t>Controller</a:t>
            </a:r>
            <a:r>
              <a:rPr lang="en-US" b="1" dirty="0"/>
              <a:t> controls speed, power, and braking 🖥</a:t>
            </a:r>
          </a:p>
          <a:p>
            <a:pPr>
              <a:lnSpc>
                <a:spcPct val="250000"/>
              </a:lnSpc>
            </a:pPr>
            <a:r>
              <a:rPr lang="en-US" b="1" dirty="0"/>
              <a:t>.4</a:t>
            </a:r>
            <a:r>
              <a:rPr lang="en-US" b="1" dirty="0">
                <a:solidFill>
                  <a:srgbClr val="00B050"/>
                </a:solidFill>
              </a:rPr>
              <a:t>. Charging is done</a:t>
            </a:r>
            <a:r>
              <a:rPr lang="en-US" b="1" dirty="0"/>
              <a:t> at home, public stations, or fast chargers 🔌</a:t>
            </a:r>
          </a:p>
          <a:p>
            <a:pPr>
              <a:lnSpc>
                <a:spcPct val="250000"/>
              </a:lnSpc>
            </a:pPr>
            <a:r>
              <a:rPr lang="en-US" b="1" dirty="0"/>
              <a:t>.5. </a:t>
            </a:r>
            <a:r>
              <a:rPr lang="en-US" b="1" dirty="0">
                <a:solidFill>
                  <a:srgbClr val="00B050"/>
                </a:solidFill>
              </a:rPr>
              <a:t>Regenerative braking recovers energy</a:t>
            </a:r>
            <a:r>
              <a:rPr lang="en-US" b="1" dirty="0"/>
              <a:t> when slowing down 🚗💨.</a:t>
            </a:r>
          </a:p>
          <a:p>
            <a:pPr algn="r">
              <a:lnSpc>
                <a:spcPct val="250000"/>
              </a:lnSpc>
              <a:buFont typeface="+mj-lt"/>
              <a:buAutoNum type="arabicPeriod"/>
            </a:pP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EA8BF8-2C83-1D6A-11B3-E2C86C799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3242" y="3012757"/>
            <a:ext cx="4286250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899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F021F-1CB8-98C4-3195-F56AA617B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EVs 🚘..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BD3F8-3741-51D7-C099-7323EFC07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603500"/>
            <a:ext cx="12192000" cy="4254500"/>
          </a:xfrm>
        </p:spPr>
        <p:txBody>
          <a:bodyPr/>
          <a:lstStyle/>
          <a:p>
            <a:pPr>
              <a:lnSpc>
                <a:spcPct val="300000"/>
              </a:lnSpc>
            </a:pP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BEV</a:t>
            </a:r>
            <a:r>
              <a:rPr lang="en-US" b="1" dirty="0"/>
              <a:t>: Fully electric</a:t>
            </a:r>
          </a:p>
          <a:p>
            <a:pPr>
              <a:lnSpc>
                <a:spcPct val="300000"/>
              </a:lnSpc>
            </a:pP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PHEV</a:t>
            </a:r>
            <a:r>
              <a:rPr lang="en-US" b="1" dirty="0"/>
              <a:t>: Electric + fuel engine</a:t>
            </a:r>
          </a:p>
          <a:p>
            <a:pPr>
              <a:lnSpc>
                <a:spcPct val="300000"/>
              </a:lnSpc>
            </a:pP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HEV</a:t>
            </a:r>
            <a:r>
              <a:rPr lang="en-US" b="1" dirty="0"/>
              <a:t>: Mainly fuel engine with electric assistance</a:t>
            </a:r>
            <a:endParaRPr lang="en-IN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FBE03C-5746-3F1A-D8B4-2B0CF2803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640" y="2286001"/>
            <a:ext cx="6187439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341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0361B-F91B-D7B4-EC97-F428F87B0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</a:t>
            </a:r>
            <a:r>
              <a:rPr lang="en-US" dirty="0" err="1"/>
              <a:t>Evs</a:t>
            </a:r>
            <a:r>
              <a:rPr lang="en-US" dirty="0"/>
              <a:t>  🌱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591C4-64C5-657C-399A-CA40F3275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70760"/>
            <a:ext cx="12192000" cy="4587240"/>
          </a:xfrm>
        </p:spPr>
        <p:txBody>
          <a:bodyPr/>
          <a:lstStyle/>
          <a:p>
            <a:pPr>
              <a:lnSpc>
                <a:spcPct val="300000"/>
              </a:lnSpc>
            </a:pPr>
            <a:r>
              <a:rPr lang="en-IN" b="1" dirty="0">
                <a:solidFill>
                  <a:srgbClr val="00B050"/>
                </a:solidFill>
              </a:rPr>
              <a:t>Eco-Friendly</a:t>
            </a:r>
            <a:r>
              <a:rPr lang="en-IN" b="1" dirty="0"/>
              <a:t>: Zero emissions 🌍</a:t>
            </a:r>
          </a:p>
          <a:p>
            <a:pPr>
              <a:lnSpc>
                <a:spcPct val="300000"/>
              </a:lnSpc>
            </a:pPr>
            <a:r>
              <a:rPr lang="en-IN" b="1" dirty="0">
                <a:solidFill>
                  <a:srgbClr val="00B050"/>
                </a:solidFill>
              </a:rPr>
              <a:t>Low Running Cost</a:t>
            </a:r>
            <a:r>
              <a:rPr lang="en-IN" b="1" dirty="0"/>
              <a:t>: Electricity cheaper 💰</a:t>
            </a:r>
          </a:p>
          <a:p>
            <a:pPr>
              <a:lnSpc>
                <a:spcPct val="300000"/>
              </a:lnSpc>
            </a:pPr>
            <a:r>
              <a:rPr lang="en-IN" b="1" dirty="0">
                <a:solidFill>
                  <a:srgbClr val="00B050"/>
                </a:solidFill>
              </a:rPr>
              <a:t>Less Maintenance</a:t>
            </a:r>
            <a:r>
              <a:rPr lang="en-IN" b="1" dirty="0"/>
              <a:t>: Fewer moving parts 🔧</a:t>
            </a:r>
          </a:p>
          <a:p>
            <a:pPr>
              <a:lnSpc>
                <a:spcPct val="300000"/>
              </a:lnSpc>
            </a:pPr>
            <a:r>
              <a:rPr lang="en-IN" b="1" dirty="0">
                <a:solidFill>
                  <a:srgbClr val="00B050"/>
                </a:solidFill>
              </a:rPr>
              <a:t>Smooth &amp; Quiet Rid</a:t>
            </a:r>
            <a:r>
              <a:rPr lang="en-IN" b="1" dirty="0"/>
              <a:t>e: Silent &amp; powerful 🤫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BA8DF3-DB67-8D0C-AF30-0B09B9D5E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1" y="2270760"/>
            <a:ext cx="6141720" cy="458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320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E9118-DFB4-9D43-6F67-F7727EB57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of EVs 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EF803-429B-F97B-1FEF-7D742E945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57212"/>
            <a:ext cx="12070080" cy="4600788"/>
          </a:xfrm>
        </p:spPr>
        <p:txBody>
          <a:bodyPr/>
          <a:lstStyle/>
          <a:p>
            <a:pPr>
              <a:lnSpc>
                <a:spcPct val="300000"/>
              </a:lnSpc>
            </a:pPr>
            <a:r>
              <a:rPr lang="en-US" b="1" dirty="0"/>
              <a:t>Limited Range 🚗</a:t>
            </a:r>
          </a:p>
          <a:p>
            <a:pPr>
              <a:lnSpc>
                <a:spcPct val="300000"/>
              </a:lnSpc>
            </a:pPr>
            <a:r>
              <a:rPr lang="en-US" b="1" dirty="0"/>
              <a:t>Charging Infrastructure 🔌</a:t>
            </a:r>
          </a:p>
          <a:p>
            <a:pPr>
              <a:lnSpc>
                <a:spcPct val="300000"/>
              </a:lnSpc>
            </a:pPr>
            <a:r>
              <a:rPr lang="en-US" b="1" dirty="0"/>
              <a:t>Battery Cost 💵</a:t>
            </a:r>
          </a:p>
          <a:p>
            <a:pPr>
              <a:lnSpc>
                <a:spcPct val="300000"/>
              </a:lnSpc>
            </a:pPr>
            <a:r>
              <a:rPr lang="en-US" b="1" dirty="0"/>
              <a:t>Long Charging Time ⏳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070597-9FB4-D990-6993-4613DA744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240" y="2493432"/>
            <a:ext cx="6675120" cy="415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997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F80DA-AD08-5B70-2963-AC3EC174B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Charging Methods 🔋⚡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B2944-863C-09D9-6E3B-15E723C0F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316480"/>
            <a:ext cx="12192000" cy="4541520"/>
          </a:xfrm>
        </p:spPr>
        <p:txBody>
          <a:bodyPr/>
          <a:lstStyle/>
          <a:p>
            <a:pPr>
              <a:lnSpc>
                <a:spcPct val="300000"/>
              </a:lnSpc>
            </a:pPr>
            <a:r>
              <a:rPr lang="en-US" b="1" dirty="0"/>
              <a:t>Home Charging: Slow but convenient 🏠</a:t>
            </a:r>
          </a:p>
          <a:p>
            <a:pPr>
              <a:lnSpc>
                <a:spcPct val="300000"/>
              </a:lnSpc>
            </a:pPr>
            <a:r>
              <a:rPr lang="en-US" b="1" dirty="0"/>
              <a:t>Public Charging: Medium speed 🏢</a:t>
            </a:r>
          </a:p>
          <a:p>
            <a:pPr>
              <a:lnSpc>
                <a:spcPct val="300000"/>
              </a:lnSpc>
            </a:pPr>
            <a:r>
              <a:rPr lang="en-US" b="1" dirty="0"/>
              <a:t>Fast Charging / Superchargers:</a:t>
            </a:r>
          </a:p>
          <a:p>
            <a:pPr marL="0" indent="0">
              <a:lnSpc>
                <a:spcPct val="300000"/>
              </a:lnSpc>
              <a:buNone/>
            </a:pPr>
            <a:r>
              <a:rPr lang="en-US" b="1" dirty="0"/>
              <a:t> 30–60 mins ⚡🚀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905B25-697D-838F-F5E5-A3055E90B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9684" y="2316480"/>
            <a:ext cx="7092315" cy="443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623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35418-7A8E-D1DD-0940-C1845E2F7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Special Project 🚗⚡🔋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54E40-8E91-784A-9C1A-CBFF69EDB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316480"/>
            <a:ext cx="12192000" cy="626364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/>
              <a:t>Idea: Electric vehicles charge while driving!</a:t>
            </a:r>
          </a:p>
          <a:p>
            <a:pPr>
              <a:lnSpc>
                <a:spcPct val="150000"/>
              </a:lnSpc>
            </a:pPr>
            <a:r>
              <a:rPr lang="en-US" b="1" dirty="0"/>
              <a:t>How: Embedding copper coils under the road and receiver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coils in the EV to transfer energy wirelessly.</a:t>
            </a:r>
          </a:p>
          <a:p>
            <a:pPr>
              <a:lnSpc>
                <a:spcPct val="150000"/>
              </a:lnSpc>
            </a:pPr>
            <a:r>
              <a:rPr lang="en-US" b="1" dirty="0" err="1"/>
              <a:t>Benefit:EVs</a:t>
            </a:r>
            <a:r>
              <a:rPr lang="en-US" b="1" dirty="0"/>
              <a:t> never need to stop for </a:t>
            </a:r>
            <a:r>
              <a:rPr lang="en-US" b="1" dirty="0" err="1"/>
              <a:t>chargingReduces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US" b="1" dirty="0"/>
              <a:t> range anxiety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 and makes long trips </a:t>
            </a:r>
            <a:r>
              <a:rPr lang="en-US" b="1" dirty="0" err="1"/>
              <a:t>easierSaves</a:t>
            </a:r>
            <a:r>
              <a:rPr lang="en-US" b="1" dirty="0"/>
              <a:t> time and increases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 </a:t>
            </a:r>
            <a:r>
              <a:rPr lang="en-US" b="1" dirty="0" err="1"/>
              <a:t>convenienceImage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US" b="1" dirty="0"/>
              <a:t> idea: Car driving on a road with glowing energy transfer</a:t>
            </a:r>
          </a:p>
          <a:p>
            <a:pPr>
              <a:lnSpc>
                <a:spcPct val="150000"/>
              </a:lnSpc>
            </a:pPr>
            <a:r>
              <a:rPr lang="en-US" b="1" dirty="0"/>
              <a:t> lines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0D157E-2492-948C-D63F-E2B00B784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832" y="2316480"/>
            <a:ext cx="5050155" cy="409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458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BDDB9-AB6D-6FB2-DDEF-2C30F32D3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 ✅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1FB8E-1428-87C5-307E-1D4323645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" y="2255520"/>
            <a:ext cx="11856720" cy="4495800"/>
          </a:xfrm>
        </p:spPr>
        <p:txBody>
          <a:bodyPr/>
          <a:lstStyle/>
          <a:p>
            <a:pPr>
              <a:lnSpc>
                <a:spcPct val="250000"/>
              </a:lnSpc>
            </a:pPr>
            <a:r>
              <a:rPr lang="en-US" b="1" dirty="0"/>
              <a:t>EVs are shaping the future of clean &amp; smart transportation ⚡</a:t>
            </a:r>
          </a:p>
          <a:p>
            <a:pPr>
              <a:lnSpc>
                <a:spcPct val="250000"/>
              </a:lnSpc>
            </a:pPr>
            <a:r>
              <a:rPr lang="en-US" b="1" dirty="0"/>
              <a:t>Reduce pollution, save energy, and provide smooth,</a:t>
            </a:r>
          </a:p>
          <a:p>
            <a:pPr>
              <a:lnSpc>
                <a:spcPct val="250000"/>
              </a:lnSpc>
            </a:pPr>
            <a:r>
              <a:rPr lang="en-US" b="1" dirty="0"/>
              <a:t> quiet rides 🌱</a:t>
            </a:r>
          </a:p>
          <a:p>
            <a:pPr>
              <a:lnSpc>
                <a:spcPct val="250000"/>
              </a:lnSpc>
            </a:pPr>
            <a:r>
              <a:rPr lang="en-US" b="1" dirty="0"/>
              <a:t>Our project makes driving and charging seamless,</a:t>
            </a:r>
          </a:p>
          <a:p>
            <a:pPr>
              <a:lnSpc>
                <a:spcPct val="250000"/>
              </a:lnSpc>
            </a:pPr>
            <a:r>
              <a:rPr lang="en-US" b="1" dirty="0"/>
              <a:t> a step toward the next-gen smart roads 🚗🔋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A6E275-C653-B734-461A-D1038DDA2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0410" y="3073717"/>
            <a:ext cx="4994910" cy="3220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788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0B8D5-E5B5-E45E-56CA-8362526B3A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“Thank you 😊”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31820B-E756-C492-9AC2-94B193DE05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Glowing road with an EV charging wirelessly 🔋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10557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190</TotalTime>
  <Words>349</Words>
  <Application>Microsoft Office PowerPoint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Century Gothic</vt:lpstr>
      <vt:lpstr>Wingdings 3</vt:lpstr>
      <vt:lpstr>Ion Boardroom</vt:lpstr>
      <vt:lpstr>⚡ Electric Vehicles (EVs): Driving the Future 🚗</vt:lpstr>
      <vt:lpstr>What are Electric vehicles? 🔋 </vt:lpstr>
      <vt:lpstr>How EVs Work ⚙?</vt:lpstr>
      <vt:lpstr>Types of EVs 🚘..</vt:lpstr>
      <vt:lpstr>Advantages of Evs  🌱 </vt:lpstr>
      <vt:lpstr>Challenges of EVs ⚠</vt:lpstr>
      <vt:lpstr>Charging Methods 🔋⚡</vt:lpstr>
      <vt:lpstr>Our Special Project 🚗⚡🔋</vt:lpstr>
      <vt:lpstr>Conclusion ✅</vt:lpstr>
      <vt:lpstr>“Thank you 😊”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narasimhaswamyn767@gmail.com</dc:creator>
  <cp:lastModifiedBy>narasimhaswamyn767@gmail.com</cp:lastModifiedBy>
  <cp:revision>2</cp:revision>
  <dcterms:created xsi:type="dcterms:W3CDTF">2025-09-18T07:09:05Z</dcterms:created>
  <dcterms:modified xsi:type="dcterms:W3CDTF">2025-10-08T12:42:16Z</dcterms:modified>
</cp:coreProperties>
</file>